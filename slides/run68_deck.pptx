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Hành vi Lái xe Mất tập trung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 + CBAM, huấn luyện from-scratch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926080"/>
            <a:ext cx="18288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Farm · Subject-wise split · Đánh giá trên tài xế chưa thấy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Xuân Trường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CS231 — Thị giác Máy tính · UIT · 2026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github.com/nxtruoong/DoAnCS231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Lái xe mất tập trung gây ~3.500 tử vong/năm — bài toán phân loại 10 hành vi từ một ảnh cabin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1 ảnh → 1 trong 10 lớp hành vi.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Farm Kaggle, ~22k ảnh nhãn, 640×480, camera cố định bên phải tài xế.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khối nền cho ADAS / driver-monitoring system.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Ràng buộc: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 </a:t>
            </a:r>
            <a:pPr indent="0" marL="0">
              <a:spcAft>
                <a:spcPts val="1000"/>
              </a:spcAft>
              <a:buNone/>
            </a:pPr>
            <a:r>
              <a:rPr lang="en-US" sz="1800" b="1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đầu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không dùng ImageNet pretrain.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classes_grid_2x5.png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State Farm Distracted Driver Detection (Kaggle, 2016) · NHTSA 2022 fatality estimate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tách theo tài xế chứ không random — vì cùng tài xế ở 2 split làm val acc nhảy lên ~99% giả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split — LEAK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1 tài xế có ảnh ở cả train + val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học mặt / áo / dáng ngồi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 ~99% nhưng vô dụng trên người mới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Subject-wise split — đúng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5/26 tài xế: p022, p035, p047, p056, p075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~17.500 train / ~4.500 val (≈ 19%)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 phản ánh tổng quát hoá thật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2CC"/>
          </a:solidFill>
          <a:ln w="19050">
            <a:solidFill>
              <a:srgbClr val="E6C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học: </a:t>
            </a:r>
            <a:pPr algn="ctr" indent="0" marL="0">
              <a:buNone/>
            </a:pPr>
            <a:r>
              <a:rPr lang="en-US" sz="16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subject-wise eval là không thể bỏ qua trong driver-monitoring — random split bịa kết quả.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0001 — Subject-wise Split · log.md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 + CBAM thêm "nhìn vào đâu" và "kênh nào quan trọng" chỉ với +0.4% tham số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9377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arch_resnet18_cbam.png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143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 (không formula)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77840" y="15544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khối residual, ~11M tham số.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CBAM-CAM: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"kênh nào nói chuyện" — vd kênh tông da khi tay đưa lên mặt.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CBAM-SAM: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"vùng nào cần nhìn" — heatmap demo lấy từ đây.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CBAM: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+44k params trên ~11M =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+0.4%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et al. 2016 (ResNet) · Woo et al. 2018 (CBAM)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CBAM cho thấy mô hình nhìn đúng vùng tay+điện thoại, radio, và tay-tới-mặt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cbam_visual_c1_c5_c8.png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1: </a:t>
            </a:r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(nhắn tin tay phải) — heatmap dồn vào tay phải + vô-lăng.   </a:t>
            </a:r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2: </a:t>
            </a:r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(radio) — dồn về dashboard.   </a:t>
            </a:r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3: </a:t>
            </a:r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c8 (tóc) — dồn về đầu/tay-tới-mặt.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layer4, Run 6 EMA weights · run6/eval/attention_grid.png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bug bị bắt sớm trong Run 1-4: init quá lớn và EMA áp sai lên BN — sửa rồi mới so kết quả thật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37744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640080"/>
                <a:gridCol w="640080"/>
                <a:gridCol w="4206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Thay đổi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Phát hiện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 0.1, không warmup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 A: FC init quá lớn → ReLU chết. Loss = ln(10).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Smoke, augment tối thiểu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OK sau fix Bug 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CBAM + CutMix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 B: EMA áp 0.999 lên BN running stats.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 B đã sửa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 hồi sinh, nhưng decay 0.999 quá chậm.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905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7490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học phương pháp: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loss kẹt ở 2.3026 = ln(10) → softmax sập về uniform → init/LR sai.  </a:t>
            </a:r>
            <a:pPr algn="l" indent="0" marL="0">
              <a:buNone/>
            </a:pPr>
            <a:r>
              <a:rPr lang="en-US" sz="14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EMA chỉ áp lên parameters; BN buffers phải copy thẳng từ live model.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log.md Run 1 &amp; Run 3 · commit ed889e3, 7c5a2a8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6 đạt headline: macro F1 = 0.873 trên 5 tài xế chưa thấy, +5pp so với Run 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937760" cy="338328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run6_training_curves.png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chính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0" y="1508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EMA val acc: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0.8747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raw val acc: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0.8683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F1: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time: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min (T4×2)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 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0" y="365760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FF2CC"/>
          </a:solidFill>
          <a:ln w="19050">
            <a:solidFill>
              <a:srgbClr val="E6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3657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+5pp </a:t>
            </a:r>
            <a:pPr algn="l"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so với Run 5 nhờ: 384 input + tight crop + CutMix p=0.15.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run6/eval/metrics.json · log.md Run 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6 giỏi ở lớp có vật cầm tay rõ (c1-c7 đều ≥ 0.94) nhưng yếu ở lớp "thụ động" c0/c8/c9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237744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</a:tblGrid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Lớp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c0 safe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text-R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phone-R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 text-L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 phone-L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c5 radio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c6 drink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c7 reach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c8 hair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c9 talk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108960" y="1143000"/>
            <a:ext cx="557784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3108960" y="114300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run6_confusion_matrix.png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E4E4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4348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tồn dư: </a:t>
            </a:r>
            <a:pPr algn="ctr" indent="0" marL="0">
              <a:buNone/>
            </a:pPr>
            <a:r>
              <a:rPr lang="en-US" sz="1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giác c0 ↔ c8 ↔ c9 (lớp không có vật cầm tay) — motivation cho Run 7/8.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run6/eval/classification_report.txt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CNN stream thứ hai (Run 7) regress -12pp — chia capacity giữa 2 backbone trên 22k ảnh không đủ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57200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run7_vs_run6_delta.png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Cái gì xảy 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2080" y="15544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@384 + top-crop face @224 (2× ResNet18+CBAM).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 → 22.7M (×2.03).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eval: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0.873 →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0.748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(-12pp).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Bipolar failure: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thành "dumping ground" (P=0.38), c9 starving (R=0.29).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2CC"/>
          </a:solidFill>
          <a:ln w="19050">
            <a:solidFill>
              <a:srgbClr val="E6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434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do: </a:t>
            </a:r>
            <a:pPr algn="l" indent="0" marL="0">
              <a:buNone/>
            </a:pPr>
            <a:r>
              <a:rPr lang="en-US" sz="13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stream top-50% trùng phần lớn với full stream → 2 stream học cue trùng, overfit driver-ID.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run7/eval/metrics.json · log.md Run 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8 pivot: thay CNN thứ hai bằng 36 toạ độ landmark MediaPipe — nửa số param, gấp đôi tín hiệu tư thế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arch_run8_pose_fusion.png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+ thân (8)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8404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yaw, pitch, roll, vai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shoulder twist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3474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 tay (8)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38404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(x,y) cả 2 cổ tay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ngang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asymmetry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474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Khuỷu + ngón (8)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38404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 trí khuỷu tay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index-wrist Δy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thumb-pinky spread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474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Hông + dẫn xuất (12)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38404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 reference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wrist-hip Δy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wrist-shoulder Δx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gates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extract_pose.py · RUN8_PLAN.md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features tách rõ lớp problematic: dấu p29 isolate c7, p28 isolate c3, p31 separate c5 vs c7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37744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  <a:gridCol w="1005840"/>
                <a:gridCol w="310896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Lớp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 yaw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p28 lap-L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p29 lap-R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p31 reach-R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Tín hiệu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c0 safe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tay vô-lăng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 text-L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-0.254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-0.274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tay trái xuống lap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c5 radio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-0.154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tay phải ra dashboard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c7 reach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tay phải ra sau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c9 talk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-0.266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đầu xoay phải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905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7947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bảng: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 </a:t>
            </a:r>
            <a:pPr algn="l" indent="0" marL="0">
              <a:buNone/>
            </a:pPr>
            <a:r>
              <a:rPr lang="en-US" sz="13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lớp duy nhất có p29 dương (cổ tay phải xuống thấp hơn hông) — một dấu hiệu tách hoàn toàn.   </a:t>
            </a:r>
            <a:pPr algn="l" indent="0" marL="0">
              <a:buNone/>
            </a:pPr>
            <a:r>
              <a:rPr lang="en-US" sz="13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</a:t>
            </a:r>
            <a:pPr algn="l" indent="0" marL="0">
              <a:buNone/>
            </a:pPr>
            <a:r>
              <a:rPr lang="en-US" sz="13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p31 lớn nhất (+0.452) vs c7 nhỏ nhất (+0.037) → khoảng cách 0.42, dễ học.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 sanity check, splits/pose.parquet · log.md Run 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8 result: [chờ kết quả train, điền sau] — target ≥ 0.85 macro F1, mục tiêu 0.88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93776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run8_training_curves.png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3 runs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3108960" cy="164592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731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 CNN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CNN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 CNN + 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7777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[TBD]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577840" y="3337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per-class (vs Run 7)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77840" y="3657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c0: 0.51 → ≥0.78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0.55 → ≥0.85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c5: 0.69 → ≥0.88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c9: 0.44 → ≥0.80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cần cập nhật sau khi run8/eval/metrics.json sẵn sàng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Gradio: upload ảnh → top-3 prediction + heatmap CBAM + cảnh báo low-confidence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demo_high_conf.png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[CHỖ ẢNH]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demo_ood_low_conf.png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dataset: high-confidence + heatmap đúng vùng tay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4343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OOD: low-confidence flag (max softmax &lt; 0.40)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demo/app.py --ckpt best.pt --stats stats.json → http://127.0.0.1:7860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Subject-wise eval là không thể bỏ qua.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split bịa val acc ~99%; subject-wise đưa con số xuống mức tổng quát hoá thật (Run 6: 0.873 macro F1).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Thêm CNN backbone không phải lúc nào cũng tốt.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7 (2× ResNet18+CBAM) regress -12pp vì chia capacity giữa 2 stream học cue trùng.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Pose landmark &gt; second CNN.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8 thay stream thứ hai bằng 36 toạ độ MediaPipe — nửa params, tín hiệu tư thế trực tiếp.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CBAM rẻ + giải thích được.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+0.4% params, heatmap layer4 dồn đúng vùng cue (tay+phone, dashboard, đầu/tay).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Xuân Trường   ·   </a:t>
            </a:r>
            <a:pPr algn="l" indent="0" marL="0">
              <a:buNone/>
            </a:pPr>
            <a:r>
              <a:rPr lang="en-US" sz="1400" i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github.com/nxtruoong/DoAnCS231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tham khảo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He, K., Zhang, X., Ren, S., &amp; Sun, J. (2016). Deep Residual Learning for Image Recognition. CVPR. arXiv:1512.03385.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He, K., Zhang, X., Ren, S., &amp; Sun, J. (2015). Delving Deep into Rectifiers (Kaiming init). ICCV. arXiv:1502.01852.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Woo, S., Park, J., Lee, J.-Y., &amp; Kweon, I. S. (2018). CBAM: Convolutional Block Attention Module. ECCV. arXiv:1807.06521.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Yun, S., Han, D., Oh, S. J., Chun, S., Choe, J., &amp; Yoo, Y. (2019). CutMix. ICCV. arXiv:1905.04899.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Müller, S. G. &amp; Hutter, F. (2021). TrivialAugment. ICCV.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Loshchilov, I., &amp; Hutter, F. (2017). SGDR: Cosine Warm Restarts. ICLR. arXiv:1608.03983.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Polyak, B. &amp; Juditsky, A. (1992). Acceleration of Stochastic Approximation by Averaging. SIAM J. Control Optim.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Bazarevsky, V. et al. (2020). BlazePose: On-device Real-time Body Pose Tracking (MediaPipe). arXiv:2006.10204.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Farm Distracted Driver Detection. Kaggle competition (2016).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823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UIT — CS231 Computer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loại Hành vi Lái xe Mất tập trung — CS231 UIT 2026</dc:title>
  <dc:subject>PptxGenJS Presentation</dc:subject>
  <dc:creator>Nguyễn Xuân Trường</dc:creator>
  <cp:lastModifiedBy>Nguyễn Xuân Trường</cp:lastModifiedBy>
  <cp:revision>1</cp:revision>
  <dcterms:created xsi:type="dcterms:W3CDTF">2026-05-16T15:54:54Z</dcterms:created>
  <dcterms:modified xsi:type="dcterms:W3CDTF">2026-05-16T15:54:54Z</dcterms:modified>
</cp:coreProperties>
</file>